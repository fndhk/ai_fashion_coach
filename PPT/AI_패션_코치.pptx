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ter" panose="020B0600000101010101" charset="0"/>
      <p:regular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71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168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AI 패션 코치: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나만의</a:t>
            </a:r>
            <a:r>
              <a:rPr lang="en-US" sz="44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 스타일 비서 👗</a:t>
            </a:r>
            <a:endParaRPr lang="en-US" sz="44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345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API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활용한 개인 맞춤형 스타일링 앱, AI 패션 코치가 여러분의 옷장 고민을 해결해 드립니다. 지금 바로 나만의 스타일 비서를 만나보세요!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1306"/>
            <a:ext cx="7490341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AI 패션 코치, 어떤 기능들이 있나요? ✨</a:t>
            </a:r>
            <a:endParaRPr lang="en-US" sz="35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29731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3790" y="226683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551688" y="19571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2161223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864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AI 스타일 분석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084" y="335470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 한 장으로 AI가 당신의 스타일을 분석하고 점수와 피드백을 제공합니다.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29731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216962" y="226683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974860" y="19571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2161223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2864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과거 스타일 추천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74256" y="335470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기록된 스타일 중 랜덤으로 하나를 추천하여, 앱을 다시 실행할 때마다 새로운 영감을 드립니다.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229731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640133" y="226683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1398032" y="19571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2105" y="2161223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2864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가상 조합 조언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897427" y="335470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 옷과 다른 옷 두 장을 조합하여 AI가 가상 스타일링을 분석하고 조언해줍니다.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93790" y="526768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93790" y="523720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3657540" y="492752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1614" y="5131594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084" y="5834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즉시 촬영 &amp; 분석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051084" y="632507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앱 내 카메라로 바로 촬영하고, AI가 신속하게 스타일을 분석합니다.</a:t>
            </a:r>
            <a:endParaRPr lang="en-US" sz="1750" dirty="0"/>
          </a:p>
        </p:txBody>
      </p:sp>
      <p:sp>
        <p:nvSpPr>
          <p:cNvPr id="27" name="Shape 21"/>
          <p:cNvSpPr/>
          <p:nvPr/>
        </p:nvSpPr>
        <p:spPr>
          <a:xfrm>
            <a:off x="7428548" y="526768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7428548" y="523720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10292298" y="492752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96371" y="5131594"/>
            <a:ext cx="272177" cy="27217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85842" y="5834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분석 내역 아카이브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685842" y="632507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분석 결과를 안전하게 저장하고 언제든지 다시 보고 관리할 수 있습니다.</a:t>
            </a:r>
            <a:endParaRPr lang="en-US" sz="175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E1A790-13F7-FD9D-F69D-7814296AF7CE}"/>
              </a:ext>
            </a:extLst>
          </p:cNvPr>
          <p:cNvSpPr/>
          <p:nvPr/>
        </p:nvSpPr>
        <p:spPr>
          <a:xfrm>
            <a:off x="12843164" y="7699664"/>
            <a:ext cx="1787236" cy="507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9117449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📸 내 스타일 분석: AI가 평가하는 나의 패션 센스</a:t>
            </a:r>
            <a:endParaRPr lang="en-US" sz="35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2361" y="1747004"/>
            <a:ext cx="692658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사용자의 전신 또는 상/하의 사진 1장을 업로드하면, AI가 즉시 스타일을 분석하여 10점 만점의 점수를 매깁니다.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2361" y="2675334"/>
            <a:ext cx="692658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점수에 맞는 재치 있는 한 줄 코멘트 제공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2361" y="3116818"/>
            <a:ext cx="692658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피드백 보기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 클릭 시 상세 내용 확인 가능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1927" y="3733800"/>
            <a:ext cx="571214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예시: 8점 - "정말 멋진 스타일을 하고 계시군요!"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2361" y="3733800"/>
            <a:ext cx="30480" cy="35373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92361" y="4462463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31808" y="4342209"/>
            <a:ext cx="282999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👍</a:t>
            </a: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 좋은 점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361" y="5276612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31808" y="5156359"/>
            <a:ext cx="282999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🤔</a:t>
            </a: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 아쉬운 점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2361" y="6090761"/>
            <a:ext cx="113109" cy="113109"/>
          </a:xfrm>
          <a:prstGeom prst="roundRect">
            <a:avLst>
              <a:gd name="adj" fmla="val 40421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31808" y="5970508"/>
            <a:ext cx="282999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💡</a:t>
            </a: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 스타일 개선 제안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773" y="1797963"/>
            <a:ext cx="5566767" cy="556676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0B05EF-0F5F-E67D-8BC9-11F735364E43}"/>
              </a:ext>
            </a:extLst>
          </p:cNvPr>
          <p:cNvSpPr/>
          <p:nvPr/>
        </p:nvSpPr>
        <p:spPr>
          <a:xfrm>
            <a:off x="12843164" y="7699664"/>
            <a:ext cx="1787236" cy="507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9308902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👕+👖 스타일 조합 조언: 나만의 코디 시뮬레이션</a:t>
            </a:r>
            <a:endParaRPr lang="en-US" sz="3550" dirty="0">
              <a:latin typeface="Inter" panose="020B0600000101010101" charset="0"/>
              <a:ea typeface="Inter" panose="020B0600000101010101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1797963"/>
            <a:ext cx="5566767" cy="5566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8960" y="1747004"/>
            <a:ext cx="692658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가지고 있는 옷 사진 1장(베이스)과 조합하고 싶은 다른 옷 사진 1장을 업로드해보세요.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18960" y="2675334"/>
            <a:ext cx="692658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조합할 옷이 상의인지 하의인지 선택 가능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8960" y="3116818"/>
            <a:ext cx="692658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AI가 두 옷의 가상 조합을 평가하여 점수, 한 줄 코멘트, 핵심 '결론' 제시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918960" y="3920609"/>
            <a:ext cx="692658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피드백 보기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'를 통해 상세 내용 확인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18960" y="4486632"/>
            <a:ext cx="692658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더 이상 옷장 앞에서 고민하지 마세요. AI가 완벽한 조합을 찾아드립니다!</a:t>
            </a:r>
            <a:endParaRPr lang="en-US" sz="175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A95036-0477-70F5-E06C-A0CB113314D5}"/>
              </a:ext>
            </a:extLst>
          </p:cNvPr>
          <p:cNvSpPr/>
          <p:nvPr/>
        </p:nvSpPr>
        <p:spPr>
          <a:xfrm>
            <a:off x="12843164" y="7699664"/>
            <a:ext cx="1787236" cy="507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996" y="606028"/>
            <a:ext cx="7608808" cy="110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🤳 즉시 촬영 &amp; 분석: 패션 영감을 바로 잡으세요!</a:t>
            </a:r>
            <a:endParaRPr lang="en-US" sz="34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53996" y="2039183"/>
            <a:ext cx="3694748" cy="2857976"/>
          </a:xfrm>
          <a:prstGeom prst="roundRect">
            <a:avLst>
              <a:gd name="adj" fmla="val 32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6480929" y="2266117"/>
            <a:ext cx="657939" cy="657939"/>
          </a:xfrm>
          <a:prstGeom prst="roundRect">
            <a:avLst>
              <a:gd name="adj" fmla="val 1389655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1904" y="2447092"/>
            <a:ext cx="295989" cy="295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0929" y="3143369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카메라 즉시 실행</a:t>
            </a:r>
            <a:endParaRPr lang="en-US" sz="21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80929" y="3617595"/>
            <a:ext cx="324088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앱 시작 시 메인 화면(카메라 탭)에서 카메라가 바로 실행됩니다. 순간의 스타일을 놓치지 마세요!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0168057" y="2039183"/>
            <a:ext cx="3694748" cy="2857976"/>
          </a:xfrm>
          <a:prstGeom prst="roundRect">
            <a:avLst>
              <a:gd name="adj" fmla="val 322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0394990" y="2266117"/>
            <a:ext cx="657939" cy="657939"/>
          </a:xfrm>
          <a:prstGeom prst="roundRect">
            <a:avLst>
              <a:gd name="adj" fmla="val 1389655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5965" y="2447092"/>
            <a:ext cx="295989" cy="2959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94990" y="3143369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전/후면 전환</a:t>
            </a:r>
            <a:endParaRPr lang="en-US" sz="21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394990" y="3617595"/>
            <a:ext cx="324088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촬영 버튼 옆에 편리하게 전/후면 카메라 전환 버튼이 있어 셀카 모드도 간편합니다.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253996" y="5116473"/>
            <a:ext cx="7608808" cy="2507099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6480929" y="5343406"/>
            <a:ext cx="657939" cy="657939"/>
          </a:xfrm>
          <a:prstGeom prst="roundRect">
            <a:avLst>
              <a:gd name="adj" fmla="val 1389655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1904" y="5524381"/>
            <a:ext cx="295989" cy="2959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80929" y="6220658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자동 분석 시작</a:t>
            </a:r>
            <a:endParaRPr lang="en-US" sz="21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480929" y="6694884"/>
            <a:ext cx="7154942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 촬영 즉시 '내 스타일 분석' 탭으로 이동하여 AI 분석이 자동으로 시작됩니다.</a:t>
            </a:r>
            <a:endParaRPr lang="en-US" sz="17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FD4963-43DC-8B1C-F76C-9E9EECFC0B15}"/>
              </a:ext>
            </a:extLst>
          </p:cNvPr>
          <p:cNvSpPr/>
          <p:nvPr/>
        </p:nvSpPr>
        <p:spPr>
          <a:xfrm>
            <a:off x="12843164" y="7699664"/>
            <a:ext cx="1787236" cy="507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A33ED06-D51B-A1DC-0925-F5EFF96205A4}"/>
              </a:ext>
            </a:extLst>
          </p:cNvPr>
          <p:cNvSpPr/>
          <p:nvPr/>
        </p:nvSpPr>
        <p:spPr>
          <a:xfrm>
            <a:off x="12843164" y="7699664"/>
            <a:ext cx="1787236" cy="507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732115" y="575191"/>
            <a:ext cx="7411879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📚 분석 내역 아카이브: 나의 패션 히스토리</a:t>
            </a:r>
            <a:endParaRPr lang="en-US" sz="32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2115" y="1607701"/>
            <a:ext cx="6327934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분석 결과는 스마트폰 내부에 영구 저장되어 언제든지 확인 가능합니다.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971" y="1654731"/>
            <a:ext cx="6327934" cy="6327934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173AA8A7-0564-E26E-A564-E1C6FE031BA0}"/>
              </a:ext>
            </a:extLst>
          </p:cNvPr>
          <p:cNvSpPr/>
          <p:nvPr/>
        </p:nvSpPr>
        <p:spPr>
          <a:xfrm>
            <a:off x="732115" y="3811429"/>
            <a:ext cx="6327934" cy="100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또한, 앱을 실행할 때마다 '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과거 스타일 추천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 기능을 통해 기록된 사진들 중에서 AI가 랜덤으로 스타일 하나를 추천해줍니다. 지난 스타일을 다시 탐색하며 새로운 영감을 얻어보세요.</a:t>
            </a:r>
            <a:endParaRPr lang="en-US" sz="1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3D32E74-9F80-771A-94E9-BA8D5C61766A}"/>
              </a:ext>
            </a:extLst>
          </p:cNvPr>
          <p:cNvSpPr/>
          <p:nvPr/>
        </p:nvSpPr>
        <p:spPr>
          <a:xfrm>
            <a:off x="732115" y="5003721"/>
            <a:ext cx="6327934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나의 패션 성장 일기를 AI 패션 코치와 함께 기록해보세요!</a:t>
            </a:r>
            <a:endParaRPr lang="en-US" sz="16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361ECF7-B121-E7BB-2275-354E48E2EECC}"/>
              </a:ext>
            </a:extLst>
          </p:cNvPr>
          <p:cNvSpPr/>
          <p:nvPr/>
        </p:nvSpPr>
        <p:spPr>
          <a:xfrm>
            <a:off x="732115" y="2465308"/>
            <a:ext cx="6327934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 스타일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 / '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조합 조언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 탭으로 분류되어 편리하게 관리</a:t>
            </a:r>
            <a:endParaRPr lang="en-US" sz="16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3D3C557-E7FB-D0E6-8DEC-B329368CC4FF}"/>
              </a:ext>
            </a:extLst>
          </p:cNvPr>
          <p:cNvSpPr/>
          <p:nvPr/>
        </p:nvSpPr>
        <p:spPr>
          <a:xfrm>
            <a:off x="732115" y="2873097"/>
            <a:ext cx="632793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오른쪽 위 별(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아이콘으로 즐겨찾기 필터링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943F98D-B5C4-8ED0-8C14-F29A1CDE2A8E}"/>
              </a:ext>
            </a:extLst>
          </p:cNvPr>
          <p:cNvSpPr/>
          <p:nvPr/>
        </p:nvSpPr>
        <p:spPr>
          <a:xfrm>
            <a:off x="732115" y="3288506"/>
            <a:ext cx="6327934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목록에서 사진과 날짜로 한눈에 확인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1551"/>
            <a:ext cx="7556421" cy="1149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✈️ 상세 보기 &amp; PDF 공유: 나의 분석을 더욱 스마트하게</a:t>
            </a:r>
            <a:endParaRPr lang="en-US" sz="355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470904"/>
            <a:ext cx="7556421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051084" y="2728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상세 분석 보기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51084" y="3218617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저장된 내역 클릭 시, AI가 분석한 모든 피드백이 이모티콘과 함께 가독성 높게 정리되어 표시됩니다. 조합 조언의 경우, 두 장의 사진이 '상의(베이스)' / '하의(조합)' 라벨과 함께 표시됩니다.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791432"/>
            <a:ext cx="7556421" cy="2456617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51084" y="5048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" panose="020B0600000101010101" charset="0"/>
                <a:ea typeface="Inter" panose="020B0600000101010101" charset="0"/>
                <a:cs typeface="Inter Bold" pitchFamily="34" charset="-120"/>
              </a:rPr>
              <a:t>PDF로 공유</a:t>
            </a:r>
            <a:endParaRPr lang="en-US" sz="2200" dirty="0">
              <a:latin typeface="Inter" panose="020B0600000101010101" charset="0"/>
              <a:ea typeface="Inter" panose="020B0600000101010101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084" y="5539145"/>
            <a:ext cx="704183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분석 내역을 PDF 파일로 자동 변환하여 공유할 수 있습니다. PDF에는 분석 이미지와 한글/이모티콘이 깨지지 않는 깔끔한 분석 텍스트 전체가 포함되어 있어, 친구나 지인과 쉽게 공유하거나 개인 기록용으로 활용할 수 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C692986-8930-2C46-C579-FB3E07C54A6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제목 없는 디자인">
            <a:hlinkClick r:id="" action="ppaction://media"/>
            <a:extLst>
              <a:ext uri="{FF2B5EF4-FFF2-40B4-BE49-F238E27FC236}">
                <a16:creationId xmlns:a16="http://schemas.microsoft.com/office/drawing/2014/main" id="{101A021A-CDCC-DFB9-26F0-4B3F13593D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5295" y="452978"/>
            <a:ext cx="13019809" cy="732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3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526</Words>
  <Application>Microsoft Office PowerPoint</Application>
  <PresentationFormat>사용자 지정</PresentationFormat>
  <Paragraphs>54</Paragraphs>
  <Slides>8</Slides>
  <Notes>7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곽영민</cp:lastModifiedBy>
  <cp:revision>12</cp:revision>
  <dcterms:created xsi:type="dcterms:W3CDTF">2025-11-18T03:40:18Z</dcterms:created>
  <dcterms:modified xsi:type="dcterms:W3CDTF">2025-11-19T04:18:59Z</dcterms:modified>
</cp:coreProperties>
</file>